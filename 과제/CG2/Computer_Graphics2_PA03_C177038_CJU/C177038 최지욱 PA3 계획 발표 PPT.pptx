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8E1AE-26BB-457A-9E37-74F3D401EAC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8CAA8F-DFF6-4DE7-8CE6-0116223425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6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CAA8F-DFF6-4DE7-8CE6-01162234257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820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3FADC-60D9-5A66-67CE-85809393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F8D6DC-9FFB-8C14-6F87-C99FCC8F0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C06115-CAEC-4E07-810E-C75520BAE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F1FE48-0FB4-990A-FE5E-C9DD74A6B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CAA8F-DFF6-4DE7-8CE6-01162234257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945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7D93D-6503-B248-7A04-D1FDD63D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C5BF2A-EEDE-8B60-BCB8-42AD026EC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7BAF05-FF48-80C6-84E6-84C256984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1E9A89-9AD1-2858-12D8-AD7CFFE07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CAA8F-DFF6-4DE7-8CE6-01162234257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639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DCBE9-40AB-71AC-E429-39D0203E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93D2A3-82FF-7B74-F5CA-CE88D5E70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A81020-FEA4-6ABC-D884-A13A6E5B8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111F1-984E-41C3-07D2-E57907139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CAA8F-DFF6-4DE7-8CE6-01162234257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469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266AF-6F0D-3525-CBB7-DFE99ED3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D5DC7E-A577-17F5-F1B4-749C3B554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980CA5-B4F8-E1C0-9853-94AF5B1BC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38B252-78C2-5144-DC27-8E6E152CF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CAA8F-DFF6-4DE7-8CE6-01162234257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277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3962-9797-C2D6-F901-1215E0B2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2BCFA9-8683-3F83-0DE8-B7FC53082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23BBFB-0F3C-A736-A587-9E7FA2260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8B88CA-9675-B6E0-7834-05A3C21EA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CAA8F-DFF6-4DE7-8CE6-01162234257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172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81E02-6BA9-4842-6BBB-2B13BF48E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BD269F-7C83-747A-F410-7FC38983F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843DAB-2A52-33B3-4DF4-5F0FDD4F9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948633-E7BE-0475-0A09-6351F7AD6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CAA8F-DFF6-4DE7-8CE6-01162234257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502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31DC5-6D45-F3C0-EF5B-E63DF415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0E1B7F-30C4-6BF2-6463-21313C32E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1D02BD-0FDC-1C2A-0AE5-3CE7B5F9D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C02961-51DB-4D8B-781B-A2855DDEC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CAA8F-DFF6-4DE7-8CE6-01162234257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675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01D2F-C878-59E9-0456-2FE256421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9D7778-A928-BF3B-60EB-71B86F7B5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459315-9B1B-A99A-97A0-9A0653CC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0283-8A60-48D1-8623-27EC9F35496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2BF293-B5BF-A1B0-2253-30CFD743D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C6C4B7-C525-F524-E0CC-A7242A90B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F2F3-BCB6-4301-A6D6-290DD0A940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36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DAEF1-D2FE-3AA8-F351-92237F817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14D2A3-E236-8FFA-335D-9BA0908FF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26B09-A989-DADB-348A-F613761C4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0283-8A60-48D1-8623-27EC9F35496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0DF217-186C-4AC7-6C1D-EF5A18BBA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89BFEE-EA88-B023-AF3F-F80D526C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F2F3-BCB6-4301-A6D6-290DD0A940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857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456D4E-79F5-F974-7B65-C62A72322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C6620B-CE28-2FFF-BB20-2CFC4A7A8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6F02AF-0763-D309-C8FB-7F54B6FC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0283-8A60-48D1-8623-27EC9F35496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7710C3-735E-2ED8-C737-CD936E9AF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3038B3-B23A-1C6B-7029-473062147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F2F3-BCB6-4301-A6D6-290DD0A940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031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10B945-770D-F5A9-2028-5D40CE5E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4F0D24-4E4D-65DE-8196-8220029FF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4DA206-2E7F-F645-7DAE-E5C587F2C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3FFAA0-F46F-09B6-9BF1-E99935661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0283-8A60-48D1-8623-27EC9F35496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9980AE-B10D-9C8F-C00E-78599FA3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414E18-7470-7CA8-75F0-BA8FBA23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F2F3-BCB6-4301-A6D6-290DD0A940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060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D1089D-2148-5DB8-A114-4F6DBB01A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4C1A82-CAC4-C413-CF4D-DE5CFF9C5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3438AB-B02A-F004-4FD2-21AC1EB9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32193A-9F5E-4762-5D68-48C834FB5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AD6ECD-5E9C-A3F7-16AF-1224C31C9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EB8A77-9324-4EEA-4CA3-6FF71B1D4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0283-8A60-48D1-8623-27EC9F35496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6E59FD-8249-EDB8-EF18-CCA78F324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15946AC-2278-94E6-93C0-929FC51C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F2F3-BCB6-4301-A6D6-290DD0A940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DB7D0-413A-4C24-E97B-7D3D4178E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59F2AE-DA71-E197-F9F5-D05D1DF6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0283-8A60-48D1-8623-27EC9F35496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F9EB19-C738-2708-0655-E5A12A5D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3BC772-2575-9F06-0B35-D759951BB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F2F3-BCB6-4301-A6D6-290DD0A940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115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979637-53B9-CC9C-64C5-B250FF18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0283-8A60-48D1-8623-27EC9F35496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62E454-827E-CB46-1863-ED12755D0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AD122D-F861-9289-2B04-FAA6DACC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F2F3-BCB6-4301-A6D6-290DD0A940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34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4F8BA-C9DF-9B34-2246-C281CF690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23EA56-531F-2F54-7F3A-D923AB8E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A33BD8-AE8E-1C5D-169B-6773331E4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21592C-479F-0B25-0139-B1EEDF075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0283-8A60-48D1-8623-27EC9F35496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B0B80B-E020-76C9-7F4F-85FC4AF6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C9149C-A323-C272-0863-0DE4DEA13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F2F3-BCB6-4301-A6D6-290DD0A940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50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92272-27D6-5A11-BA66-96C78EDB6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474104-3F57-DF20-8EA4-C4B85BE6E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9FFA5A-D624-A57E-19A4-8DA330FE9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392BE7-BC4E-76C8-FF94-6D23CEE8B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0283-8A60-48D1-8623-27EC9F35496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473685-A7CB-01B9-BD69-4575B765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7DA575-9E15-CA9F-3DAE-0C3E45A8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F2F3-BCB6-4301-A6D6-290DD0A940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58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9CBC-76DD-A36C-E8DF-89FDB873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AC7BE2-26AC-0EAC-3221-00197DA64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5FEEA8-8577-2D79-3170-C49658A5E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0283-8A60-48D1-8623-27EC9F35496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F77813-CB07-74D8-DE20-B43A9413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17109F-BC9C-9828-1C78-42521DA4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F2F3-BCB6-4301-A6D6-290DD0A940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269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CEDB0F-54CF-C161-678D-6A4B57DB4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D23F7E-4C43-8AC2-CE72-93A2FCA12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FFCC00-AC87-4998-CE06-EB9419630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0283-8A60-48D1-8623-27EC9F35496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C4BA00-B236-BBAA-92F3-FFB41E5F5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E7718C-3D21-6C35-593A-AEE1E44A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F2F3-BCB6-4301-A6D6-290DD0A940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705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B357A2-DF9A-EBFC-F4D7-F694A96E3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A91B43-8DFD-46E5-DD88-9D0196880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64CBC-2C31-1F7F-9E6D-A524F3972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D0283-8A60-48D1-8623-27EC9F35496C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FC67AC-0818-1F0A-DB40-A1AA8BB25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2F03E0-7A18-B3AD-509B-196E64A00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3BF2F3-BCB6-4301-A6D6-290DD0A940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993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82EA32-3BE3-6493-D74A-1FA7CE9BE43B}"/>
              </a:ext>
            </a:extLst>
          </p:cNvPr>
          <p:cNvSpPr txBox="1"/>
          <p:nvPr/>
        </p:nvSpPr>
        <p:spPr>
          <a:xfrm>
            <a:off x="2959533" y="2257137"/>
            <a:ext cx="6272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Computer Graphics(2) PA3 Plan</a:t>
            </a:r>
            <a:endParaRPr lang="ko-KR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05E63-C198-41C4-3B0D-1BBC5093D1D3}"/>
              </a:ext>
            </a:extLst>
          </p:cNvPr>
          <p:cNvSpPr txBox="1"/>
          <p:nvPr/>
        </p:nvSpPr>
        <p:spPr>
          <a:xfrm>
            <a:off x="9956801" y="6216073"/>
            <a:ext cx="2687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C177038 </a:t>
            </a:r>
            <a:r>
              <a:rPr lang="ko-KR" altLang="en-US" dirty="0"/>
              <a:t>최지욱</a:t>
            </a:r>
          </a:p>
        </p:txBody>
      </p:sp>
    </p:spTree>
    <p:extLst>
      <p:ext uri="{BB962C8B-B14F-4D97-AF65-F5344CB8AC3E}">
        <p14:creationId xmlns:p14="http://schemas.microsoft.com/office/powerpoint/2010/main" val="370470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E49E-0CEA-2D43-57D9-21BB4F58B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88D0A2-2F7B-53DF-6585-DA2AE0B2203D}"/>
              </a:ext>
            </a:extLst>
          </p:cNvPr>
          <p:cNvSpPr txBox="1"/>
          <p:nvPr/>
        </p:nvSpPr>
        <p:spPr>
          <a:xfrm>
            <a:off x="230910" y="411018"/>
            <a:ext cx="153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장면 구성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5CF38D-9BE9-B46D-1068-C10F6ABEE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87" y="1367783"/>
            <a:ext cx="4728963" cy="35587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9141B3-5C2E-24A0-867E-4A48FB9ABB36}"/>
              </a:ext>
            </a:extLst>
          </p:cNvPr>
          <p:cNvSpPr txBox="1"/>
          <p:nvPr/>
        </p:nvSpPr>
        <p:spPr>
          <a:xfrm>
            <a:off x="484910" y="780350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</a:t>
            </a:r>
            <a:r>
              <a:rPr lang="ko-KR" altLang="en-US" dirty="0"/>
              <a:t>개 이상의 </a:t>
            </a:r>
            <a:r>
              <a:rPr lang="en-US" altLang="ko-KR" dirty="0"/>
              <a:t>3D </a:t>
            </a:r>
            <a:r>
              <a:rPr lang="ko-KR" altLang="en-US" dirty="0"/>
              <a:t>모델 </a:t>
            </a:r>
            <a:r>
              <a:rPr lang="en-US" altLang="ko-KR" dirty="0"/>
              <a:t>+ </a:t>
            </a:r>
            <a:r>
              <a:rPr lang="ko-KR" altLang="en-US" dirty="0"/>
              <a:t>텍스처</a:t>
            </a:r>
            <a:r>
              <a:rPr lang="en-US" altLang="ko-KR" dirty="0"/>
              <a:t>, </a:t>
            </a:r>
            <a:r>
              <a:rPr lang="ko-KR" altLang="en-US" dirty="0" err="1"/>
              <a:t>스카이박스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D8B9BA-7D7E-71D1-7FBE-61ECCEF2D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0" y="1367783"/>
            <a:ext cx="4759122" cy="35587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F0CF64-35C0-E4FF-BABA-8427B4A6B83B}"/>
              </a:ext>
            </a:extLst>
          </p:cNvPr>
          <p:cNvSpPr txBox="1"/>
          <p:nvPr/>
        </p:nvSpPr>
        <p:spPr>
          <a:xfrm>
            <a:off x="621146" y="5305551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 </a:t>
            </a:r>
            <a:r>
              <a:rPr lang="ko-KR" altLang="en-US" dirty="0"/>
              <a:t>수업 때 사용한 리소스 기반 </a:t>
            </a:r>
            <a:r>
              <a:rPr lang="en-US" altLang="ko-KR" dirty="0"/>
              <a:t>+ </a:t>
            </a:r>
            <a:r>
              <a:rPr lang="ko-KR" altLang="en-US" dirty="0"/>
              <a:t>추가 모델로 제작 예정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8D934-4DFD-CB0C-6DDF-9988C5373750}"/>
              </a:ext>
            </a:extLst>
          </p:cNvPr>
          <p:cNvSpPr txBox="1"/>
          <p:nvPr/>
        </p:nvSpPr>
        <p:spPr>
          <a:xfrm>
            <a:off x="621146" y="5892984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PA2 </a:t>
            </a:r>
            <a:r>
              <a:rPr lang="ko-KR" altLang="en-US" dirty="0"/>
              <a:t>때 제작한 </a:t>
            </a:r>
            <a:r>
              <a:rPr lang="ko-KR" altLang="en-US" dirty="0" err="1"/>
              <a:t>스카이박스</a:t>
            </a:r>
            <a:r>
              <a:rPr lang="ko-KR" altLang="en-US" dirty="0"/>
              <a:t> 추가</a:t>
            </a:r>
          </a:p>
        </p:txBody>
      </p:sp>
    </p:spTree>
    <p:extLst>
      <p:ext uri="{BB962C8B-B14F-4D97-AF65-F5344CB8AC3E}">
        <p14:creationId xmlns:p14="http://schemas.microsoft.com/office/powerpoint/2010/main" val="1556663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8B800-74FC-8C35-5732-D6D902711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3A955E-B5AF-B7BD-BAF9-7789A9829C55}"/>
              </a:ext>
            </a:extLst>
          </p:cNvPr>
          <p:cNvSpPr txBox="1"/>
          <p:nvPr/>
        </p:nvSpPr>
        <p:spPr>
          <a:xfrm>
            <a:off x="230910" y="411018"/>
            <a:ext cx="153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조명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038731-CFCD-4E8C-2D43-5652950EDB87}"/>
              </a:ext>
            </a:extLst>
          </p:cNvPr>
          <p:cNvSpPr txBox="1"/>
          <p:nvPr/>
        </p:nvSpPr>
        <p:spPr>
          <a:xfrm>
            <a:off x="484910" y="780350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Phong Light + 2</a:t>
            </a:r>
            <a:r>
              <a:rPr lang="ko-KR" altLang="en-US" dirty="0"/>
              <a:t>개 이상의 </a:t>
            </a:r>
            <a:r>
              <a:rPr lang="en-US" altLang="ko-KR" dirty="0"/>
              <a:t>Point Light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44437-B28D-EFAC-6022-E8FDC6EA47EB}"/>
              </a:ext>
            </a:extLst>
          </p:cNvPr>
          <p:cNvSpPr txBox="1"/>
          <p:nvPr/>
        </p:nvSpPr>
        <p:spPr>
          <a:xfrm>
            <a:off x="484910" y="4874570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PA1</a:t>
            </a:r>
            <a:r>
              <a:rPr lang="ko-KR" altLang="en-US" dirty="0"/>
              <a:t>에서 제작한 </a:t>
            </a:r>
            <a:r>
              <a:rPr lang="en-US" altLang="ko-KR" dirty="0"/>
              <a:t>Phong Light + Point Light </a:t>
            </a:r>
            <a:r>
              <a:rPr lang="ko-KR" altLang="en-US" dirty="0" err="1"/>
              <a:t>쉐이더를</a:t>
            </a:r>
            <a:r>
              <a:rPr lang="ko-KR" altLang="en-US" dirty="0"/>
              <a:t> 이용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95A3BE-D0CB-07A9-BD36-20F2B08F5BA0}"/>
              </a:ext>
            </a:extLst>
          </p:cNvPr>
          <p:cNvSpPr txBox="1"/>
          <p:nvPr/>
        </p:nvSpPr>
        <p:spPr>
          <a:xfrm>
            <a:off x="484910" y="5462003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5, 6, 7 </a:t>
            </a:r>
            <a:r>
              <a:rPr lang="ko-KR" altLang="en-US" dirty="0"/>
              <a:t>키를 이용해 </a:t>
            </a:r>
            <a:r>
              <a:rPr lang="en-US" altLang="ko-KR" dirty="0"/>
              <a:t>on/off </a:t>
            </a:r>
            <a:r>
              <a:rPr lang="ko-KR" altLang="en-US" dirty="0"/>
              <a:t>가능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E1BC28-945A-665C-A70C-7CB925766E76}"/>
              </a:ext>
            </a:extLst>
          </p:cNvPr>
          <p:cNvSpPr txBox="1"/>
          <p:nvPr/>
        </p:nvSpPr>
        <p:spPr>
          <a:xfrm>
            <a:off x="484910" y="6049436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8, 9 </a:t>
            </a:r>
            <a:r>
              <a:rPr lang="ko-KR" altLang="en-US" dirty="0"/>
              <a:t>키를 이용해 </a:t>
            </a:r>
            <a:r>
              <a:rPr lang="en-US" altLang="ko-KR" dirty="0"/>
              <a:t>Diffuse </a:t>
            </a:r>
            <a:r>
              <a:rPr lang="ko-KR" altLang="en-US" dirty="0"/>
              <a:t>값 조절 가능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5B568C-D50D-7864-E8F8-B6964E798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514" y="1285094"/>
            <a:ext cx="4508499" cy="337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431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11E25-9112-EC42-0D90-187094A46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9A061F-ED2E-7D2E-48F4-5CFF31E14F4A}"/>
              </a:ext>
            </a:extLst>
          </p:cNvPr>
          <p:cNvSpPr txBox="1"/>
          <p:nvPr/>
        </p:nvSpPr>
        <p:spPr>
          <a:xfrm>
            <a:off x="230910" y="411018"/>
            <a:ext cx="205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카메라 및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00E73B-EEC2-B09D-F0F4-1FEF65F7FAFE}"/>
              </a:ext>
            </a:extLst>
          </p:cNvPr>
          <p:cNvSpPr txBox="1"/>
          <p:nvPr/>
        </p:nvSpPr>
        <p:spPr>
          <a:xfrm>
            <a:off x="484910" y="780350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DirectInput </a:t>
            </a:r>
            <a:r>
              <a:rPr lang="ko-KR" altLang="en-US" dirty="0"/>
              <a:t>사용</a:t>
            </a:r>
            <a:r>
              <a:rPr lang="en-US" altLang="ko-KR" dirty="0"/>
              <a:t>, 1</a:t>
            </a:r>
            <a:r>
              <a:rPr lang="ko-KR" altLang="en-US" dirty="0"/>
              <a:t>인칭 또는 </a:t>
            </a:r>
            <a:r>
              <a:rPr lang="en-US" altLang="ko-KR" dirty="0"/>
              <a:t>Free Look </a:t>
            </a:r>
            <a:r>
              <a:rPr lang="ko-KR" altLang="en-US" dirty="0"/>
              <a:t>카메라</a:t>
            </a:r>
            <a:r>
              <a:rPr lang="en-US" altLang="ko-KR" dirty="0"/>
              <a:t>, </a:t>
            </a:r>
            <a:r>
              <a:rPr lang="ko-KR" altLang="en-US" dirty="0"/>
              <a:t>충돌 감지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22D5F4-C56D-07FB-12DC-A20E4E38CA99}"/>
              </a:ext>
            </a:extLst>
          </p:cNvPr>
          <p:cNvSpPr txBox="1"/>
          <p:nvPr/>
        </p:nvSpPr>
        <p:spPr>
          <a:xfrm>
            <a:off x="484910" y="4874570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DirectInput</a:t>
            </a:r>
            <a:r>
              <a:rPr lang="ko-KR" altLang="en-US" dirty="0"/>
              <a:t>을 이용한 </a:t>
            </a:r>
            <a:r>
              <a:rPr lang="en-US" altLang="ko-KR" dirty="0"/>
              <a:t>Free Look </a:t>
            </a:r>
            <a:r>
              <a:rPr lang="ko-KR" altLang="en-US" dirty="0"/>
              <a:t>카메라 구현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D1E845-8063-7112-8A73-EB7523EBF1A2}"/>
              </a:ext>
            </a:extLst>
          </p:cNvPr>
          <p:cNvSpPr txBox="1"/>
          <p:nvPr/>
        </p:nvSpPr>
        <p:spPr>
          <a:xfrm>
            <a:off x="484910" y="5462003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충돌은 수업 이후 추가할 예정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62B270-F5F8-9C62-363E-D1BEE99D9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46" y="1367783"/>
            <a:ext cx="5194167" cy="323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28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123AF-779F-D0C1-FD91-EE7632CCC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B9956B-7B56-439E-E234-D0296E0239D5}"/>
              </a:ext>
            </a:extLst>
          </p:cNvPr>
          <p:cNvSpPr txBox="1"/>
          <p:nvPr/>
        </p:nvSpPr>
        <p:spPr>
          <a:xfrm>
            <a:off x="230910" y="411018"/>
            <a:ext cx="205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텍스처링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5614F-71E3-A503-8DA5-B035C8A252C3}"/>
              </a:ext>
            </a:extLst>
          </p:cNvPr>
          <p:cNvSpPr txBox="1"/>
          <p:nvPr/>
        </p:nvSpPr>
        <p:spPr>
          <a:xfrm>
            <a:off x="484910" y="780350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최소 </a:t>
            </a:r>
            <a:r>
              <a:rPr lang="en-US" altLang="ko-KR" dirty="0"/>
              <a:t>2 </a:t>
            </a:r>
            <a:r>
              <a:rPr lang="ko-KR" altLang="en-US" dirty="0"/>
              <a:t>종류 이상의 텍스처 매핑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5EC85C-E020-3DF9-2ABF-DCFDBC26257F}"/>
              </a:ext>
            </a:extLst>
          </p:cNvPr>
          <p:cNvSpPr txBox="1"/>
          <p:nvPr/>
        </p:nvSpPr>
        <p:spPr>
          <a:xfrm>
            <a:off x="392546" y="5166140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Alpha Mapping + Bump Mapping</a:t>
            </a:r>
            <a:r>
              <a:rPr lang="ko-KR" altLang="en-US" dirty="0"/>
              <a:t>을 이용한 지면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BE94CE-5519-60B5-3E20-5CBFE3A65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19" y="1415747"/>
            <a:ext cx="3930072" cy="291554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63A20D1-2464-0531-5579-601D5A6F2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6428" y="1415747"/>
            <a:ext cx="1747990" cy="16937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B79C64D-350F-8863-B789-5ECA6458F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4233" y="1387691"/>
            <a:ext cx="1756311" cy="170193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BCCBC42-CAFE-887B-D209-015BCA353F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9590" y="1415747"/>
            <a:ext cx="1747989" cy="168334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D7192D9-EC47-3503-80A6-F35248F178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2751" y="1407600"/>
            <a:ext cx="1747989" cy="168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881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D761F-7E4F-4F59-B8A4-81BA972B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A4473F-AEA7-B164-5BC9-75C12A6F5DD1}"/>
              </a:ext>
            </a:extLst>
          </p:cNvPr>
          <p:cNvSpPr txBox="1"/>
          <p:nvPr/>
        </p:nvSpPr>
        <p:spPr>
          <a:xfrm>
            <a:off x="230909" y="411018"/>
            <a:ext cx="2382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캐릭터 애니메이션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CBF6D-65E6-CDC8-9297-6A3C2532AAE5}"/>
              </a:ext>
            </a:extLst>
          </p:cNvPr>
          <p:cNvSpPr txBox="1"/>
          <p:nvPr/>
        </p:nvSpPr>
        <p:spPr>
          <a:xfrm>
            <a:off x="484910" y="780350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개 이상의 서로 다른 모션 클립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9804A-3B15-4ABE-C10F-3DD87BAD2399}"/>
              </a:ext>
            </a:extLst>
          </p:cNvPr>
          <p:cNvSpPr txBox="1"/>
          <p:nvPr/>
        </p:nvSpPr>
        <p:spPr>
          <a:xfrm>
            <a:off x="374073" y="5468005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3</a:t>
            </a:r>
            <a:r>
              <a:rPr lang="ko-KR" altLang="en-US" dirty="0"/>
              <a:t>개의 모션 클립 재생</a:t>
            </a:r>
            <a:r>
              <a:rPr lang="en-US" altLang="ko-KR" dirty="0"/>
              <a:t>, 1, 2, 3 </a:t>
            </a:r>
            <a:r>
              <a:rPr lang="ko-KR" altLang="en-US" dirty="0"/>
              <a:t>키를 이용하여 변환 가능</a:t>
            </a:r>
          </a:p>
        </p:txBody>
      </p:sp>
      <p:pic>
        <p:nvPicPr>
          <p:cNvPr id="2" name="Dx11Demo_20 2025-11-19 18-41-43">
            <a:hlinkClick r:id="" action="ppaction://media"/>
            <a:extLst>
              <a:ext uri="{FF2B5EF4-FFF2-40B4-BE49-F238E27FC236}">
                <a16:creationId xmlns:a16="http://schemas.microsoft.com/office/drawing/2014/main" id="{02D88B86-3B24-8A65-E175-330CB213238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45485" y="1205329"/>
            <a:ext cx="5206884" cy="39051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0AB424-F812-11DA-7CD9-7334DDDC7DBA}"/>
              </a:ext>
            </a:extLst>
          </p:cNvPr>
          <p:cNvSpPr txBox="1"/>
          <p:nvPr/>
        </p:nvSpPr>
        <p:spPr>
          <a:xfrm>
            <a:off x="374073" y="5892984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캐릭터 모델링의 텍스처가 </a:t>
            </a:r>
            <a:r>
              <a:rPr lang="en-US" altLang="ko-KR" dirty="0"/>
              <a:t>2</a:t>
            </a:r>
            <a:r>
              <a:rPr lang="ko-KR" altLang="en-US" dirty="0"/>
              <a:t>가지라 얼굴 부분의 텍스처가 이상하게 나옴</a:t>
            </a:r>
            <a:r>
              <a:rPr lang="en-US" altLang="ko-KR" dirty="0"/>
              <a:t>, </a:t>
            </a:r>
            <a:r>
              <a:rPr lang="ko-KR" altLang="en-US" dirty="0"/>
              <a:t>개선 방안 모색 중</a:t>
            </a:r>
          </a:p>
        </p:txBody>
      </p:sp>
    </p:spTree>
    <p:extLst>
      <p:ext uri="{BB962C8B-B14F-4D97-AF65-F5344CB8AC3E}">
        <p14:creationId xmlns:p14="http://schemas.microsoft.com/office/powerpoint/2010/main" val="23583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43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21CE0-E73A-2EEC-3294-CFD5FFD8C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C26567-EF9F-BD16-1CB7-AC7ACEEDAFB4}"/>
              </a:ext>
            </a:extLst>
          </p:cNvPr>
          <p:cNvSpPr txBox="1"/>
          <p:nvPr/>
        </p:nvSpPr>
        <p:spPr>
          <a:xfrm>
            <a:off x="230909" y="411018"/>
            <a:ext cx="2382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 </a:t>
            </a:r>
            <a:r>
              <a:rPr lang="ko-KR" altLang="en-US" dirty="0"/>
              <a:t>씬 정보 출력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553DC6-C65C-DC1C-BC02-53B0F164A7E1}"/>
              </a:ext>
            </a:extLst>
          </p:cNvPr>
          <p:cNvSpPr txBox="1"/>
          <p:nvPr/>
        </p:nvSpPr>
        <p:spPr>
          <a:xfrm>
            <a:off x="374073" y="4091531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화면 우측 상단에 표시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BD898-0C13-C10A-79AD-17C3B01EC8AA}"/>
              </a:ext>
            </a:extLst>
          </p:cNvPr>
          <p:cNvSpPr txBox="1"/>
          <p:nvPr/>
        </p:nvSpPr>
        <p:spPr>
          <a:xfrm>
            <a:off x="374073" y="4636839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FPS, CPU, </a:t>
            </a:r>
            <a:r>
              <a:rPr lang="ko-KR" altLang="en-US" dirty="0"/>
              <a:t>오브젝트 수</a:t>
            </a:r>
            <a:r>
              <a:rPr lang="en-US" altLang="ko-KR" dirty="0"/>
              <a:t>, Polygon </a:t>
            </a:r>
            <a:r>
              <a:rPr lang="ko-KR" altLang="en-US" dirty="0"/>
              <a:t>수</a:t>
            </a:r>
            <a:r>
              <a:rPr lang="en-US" altLang="ko-KR" dirty="0"/>
              <a:t>, </a:t>
            </a:r>
            <a:r>
              <a:rPr lang="ko-KR" altLang="en-US" dirty="0"/>
              <a:t>화면 비율 출력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B4CC590-9827-C2C8-CA4C-D3106A63F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50" y="1012267"/>
            <a:ext cx="2813450" cy="284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23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A91F3-13BB-9401-4B87-2D65BB19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60548F-E84D-36D0-C539-F23538BFEC16}"/>
              </a:ext>
            </a:extLst>
          </p:cNvPr>
          <p:cNvSpPr txBox="1"/>
          <p:nvPr/>
        </p:nvSpPr>
        <p:spPr>
          <a:xfrm>
            <a:off x="230909" y="411018"/>
            <a:ext cx="2382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사운드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57273-0757-3E5E-01D2-296554CF79B0}"/>
              </a:ext>
            </a:extLst>
          </p:cNvPr>
          <p:cNvSpPr txBox="1"/>
          <p:nvPr/>
        </p:nvSpPr>
        <p:spPr>
          <a:xfrm>
            <a:off x="484910" y="780350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DirectSound </a:t>
            </a:r>
            <a:r>
              <a:rPr lang="ko-KR" altLang="en-US" dirty="0"/>
              <a:t>사용</a:t>
            </a:r>
            <a:r>
              <a:rPr lang="en-US" altLang="ko-KR" dirty="0"/>
              <a:t>, BGM </a:t>
            </a:r>
            <a:r>
              <a:rPr lang="ko-KR" altLang="en-US" dirty="0"/>
              <a:t>루프 재생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D7E5B-C64F-B403-9B3D-FC6EB77DE832}"/>
              </a:ext>
            </a:extLst>
          </p:cNvPr>
          <p:cNvSpPr txBox="1"/>
          <p:nvPr/>
        </p:nvSpPr>
        <p:spPr>
          <a:xfrm>
            <a:off x="621146" y="1334348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현재 </a:t>
            </a:r>
            <a:r>
              <a:rPr lang="en-US" altLang="ko-KR" dirty="0"/>
              <a:t>BGM </a:t>
            </a:r>
            <a:r>
              <a:rPr lang="ko-KR" altLang="en-US" dirty="0"/>
              <a:t>루프 재생 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15B07A-4E40-7FDC-FFD6-3FD0EFF7C44D}"/>
              </a:ext>
            </a:extLst>
          </p:cNvPr>
          <p:cNvSpPr txBox="1"/>
          <p:nvPr/>
        </p:nvSpPr>
        <p:spPr>
          <a:xfrm>
            <a:off x="621146" y="1819748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씬과</a:t>
            </a:r>
            <a:r>
              <a:rPr lang="ko-KR" altLang="en-US" dirty="0"/>
              <a:t> 어울리는 </a:t>
            </a:r>
            <a:r>
              <a:rPr lang="en-US" altLang="ko-KR" dirty="0"/>
              <a:t>BGM</a:t>
            </a:r>
            <a:r>
              <a:rPr lang="ko-KR" altLang="en-US" dirty="0"/>
              <a:t>을 찾아 변경할 예정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64EC3D-10BB-D817-4E7E-5410C1CC9C58}"/>
              </a:ext>
            </a:extLst>
          </p:cNvPr>
          <p:cNvSpPr txBox="1"/>
          <p:nvPr/>
        </p:nvSpPr>
        <p:spPr>
          <a:xfrm>
            <a:off x="230909" y="2512722"/>
            <a:ext cx="2382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8. </a:t>
            </a:r>
            <a:r>
              <a:rPr lang="ko-KR" altLang="en-US" dirty="0"/>
              <a:t>멀티 씬 구성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34DF0-5082-6D8D-056B-77C76A36E6AF}"/>
              </a:ext>
            </a:extLst>
          </p:cNvPr>
          <p:cNvSpPr txBox="1"/>
          <p:nvPr/>
        </p:nvSpPr>
        <p:spPr>
          <a:xfrm>
            <a:off x="484910" y="2900218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Title, Main</a:t>
            </a:r>
            <a:r>
              <a:rPr lang="ko-KR" altLang="en-US" dirty="0"/>
              <a:t>으로 이루어진 씬 </a:t>
            </a:r>
            <a:r>
              <a:rPr lang="en-US" altLang="ko-KR" dirty="0"/>
              <a:t>2</a:t>
            </a:r>
            <a:r>
              <a:rPr lang="ko-KR" altLang="en-US" dirty="0"/>
              <a:t>개 구성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D765B7-7E2F-982A-BF41-073A2D65DBE6}"/>
              </a:ext>
            </a:extLst>
          </p:cNvPr>
          <p:cNvSpPr txBox="1"/>
          <p:nvPr/>
        </p:nvSpPr>
        <p:spPr>
          <a:xfrm>
            <a:off x="621146" y="3506430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지난 학기에 사용한 </a:t>
            </a:r>
            <a:r>
              <a:rPr lang="en-US" altLang="ko-KR" dirty="0"/>
              <a:t>Bitmap</a:t>
            </a:r>
            <a:r>
              <a:rPr lang="ko-KR" altLang="en-US" dirty="0"/>
              <a:t>을 이용하여 씬 구성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2B211-EA69-847C-80DF-F167EC754F55}"/>
              </a:ext>
            </a:extLst>
          </p:cNvPr>
          <p:cNvSpPr txBox="1"/>
          <p:nvPr/>
        </p:nvSpPr>
        <p:spPr>
          <a:xfrm>
            <a:off x="621146" y="3987954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Q</a:t>
            </a:r>
            <a:r>
              <a:rPr lang="ko-KR" altLang="en-US" dirty="0"/>
              <a:t>를 이용하여 씬 전환 가능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6AF85D-ECFA-D5FC-F581-222DD4AF2DD1}"/>
              </a:ext>
            </a:extLst>
          </p:cNvPr>
          <p:cNvSpPr txBox="1"/>
          <p:nvPr/>
        </p:nvSpPr>
        <p:spPr>
          <a:xfrm>
            <a:off x="621146" y="4469478"/>
            <a:ext cx="109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내용이 변하였기 때문에 추후 이미지 변경 예정</a:t>
            </a:r>
          </a:p>
        </p:txBody>
      </p:sp>
    </p:spTree>
    <p:extLst>
      <p:ext uri="{BB962C8B-B14F-4D97-AF65-F5344CB8AC3E}">
        <p14:creationId xmlns:p14="http://schemas.microsoft.com/office/powerpoint/2010/main" val="1413959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919D9-233A-3CFA-1EEF-95A898A85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472A34-818A-F758-A58E-A3E292144DAF}"/>
              </a:ext>
            </a:extLst>
          </p:cNvPr>
          <p:cNvSpPr txBox="1"/>
          <p:nvPr/>
        </p:nvSpPr>
        <p:spPr>
          <a:xfrm>
            <a:off x="230909" y="411018"/>
            <a:ext cx="2382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9. </a:t>
            </a:r>
            <a:r>
              <a:rPr lang="ko-KR" altLang="en-US" dirty="0"/>
              <a:t>현재 진행 상황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D2841-E9FD-82D1-1020-E46855E4005F}"/>
              </a:ext>
            </a:extLst>
          </p:cNvPr>
          <p:cNvSpPr txBox="1"/>
          <p:nvPr/>
        </p:nvSpPr>
        <p:spPr>
          <a:xfrm>
            <a:off x="526472" y="10391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https://youtu.be/_q5xNgjgi2o</a:t>
            </a:r>
          </a:p>
        </p:txBody>
      </p:sp>
    </p:spTree>
    <p:extLst>
      <p:ext uri="{BB962C8B-B14F-4D97-AF65-F5344CB8AC3E}">
        <p14:creationId xmlns:p14="http://schemas.microsoft.com/office/powerpoint/2010/main" val="4144692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265</Words>
  <Application>Microsoft Office PowerPoint</Application>
  <PresentationFormat>와이드스크린</PresentationFormat>
  <Paragraphs>44</Paragraphs>
  <Slides>9</Slides>
  <Notes>8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지욱 최</dc:creator>
  <cp:lastModifiedBy>지욱 최</cp:lastModifiedBy>
  <cp:revision>39</cp:revision>
  <dcterms:created xsi:type="dcterms:W3CDTF">2025-11-19T09:00:26Z</dcterms:created>
  <dcterms:modified xsi:type="dcterms:W3CDTF">2025-11-19T11:04:04Z</dcterms:modified>
</cp:coreProperties>
</file>